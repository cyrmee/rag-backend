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58</c:v>
                </c:pt>
                <c:pt idx="2">
                  <c:v>51</c:v>
                </c:pt>
                <c:pt idx="3">
                  <c:v>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mention the Q4 uptick was driven by the Nightjar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Kestrel 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steadily across all four quarters of the fiscal year.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Chart (image)</a:t>
            </a:r>
          </a:p>
        </p:txBody>
      </p:sp>
      <p:pic>
        <p:nvPicPr>
          <p:cNvPr id="3" name="Picture 2" descr="_chart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Chart (native)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